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EXPENSE TRACKER SYSTEM</a:t>
            </a:r>
          </a:p>
          <a:p>
            <a:pPr>
              <a:defRPr sz="2600">
                <a:solidFill>
                  <a:srgbClr val="A5B4FC"/>
                </a:solidFill>
              </a:defRPr>
            </a:pPr>
            <a:r>
              <a:t>MCA Major Project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Python · Flask · SQLite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297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Presented by: ____________________________\nCollege / Department: 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F46E5"/>
                </a:solidFill>
              </a:defRPr>
            </a:pPr>
            <a:r>
              <a:t>PennyPilot — personal finance made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Web-based personal finance tracker.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Built using Python, Flask, SQLite, HTML, CSS, Bootstrap, and Jinja2.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Suitable for a team of 4–5 students and a 10–12 day schedule.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Features: transactions, categories, budgets, dashboard,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Manual tracking can be time-consuming and error-prone.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Finding old transactions and category totals is difficult.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Users need a clear monthly view of income, expenses, and balance.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The system centralizes records and automates calculations.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Manage income and expense transactions.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Organize records by category and date.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Calculate monthly totals and net balance.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Set budgets and monitor spending.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Generate reports and export CSV.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Demonstrate CRUD, joins, constraints, and SQL aggregation.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Python 3 — application logic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Flask — routes, requests, sessions, templates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SQLite — relational data storage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HTML/CSS/Bootstrap — responsive interface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Jinja2 — dynamic templates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SQL — filters, joins, SUM, and GROUP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Browser / user interface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↓ HTTP request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Flask routes and input validation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↓ parameterized SQL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SQLite tables: Users, Categories, Transactions, Budgets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Jinja2 templates render pages, tables, and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Users: identity and password hash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Categories: name and Income/Expense type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Transactions: user, category, type, amount in paise, date, description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Budgets: user, optional category, month, year, spending limit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Foreign keys and indexes support data integrity and common lookups.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Authentication: registration, login, logout, sessions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Transaction CRUD: add, view, edit, delete, filter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Categories: default and custom classifications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Budgets: overall or category-specific monthly limits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Dashboard: totals, balance, recent activity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Reports: monthly category summary and CSV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Example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Sample income: ₹25,000.00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Sample expenses: ₹1,200.00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Net balance = income − expenses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₹25,000.00 − ₹1,200.00 = ₹23,800.00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Illustrative values; actual totals are calculated from SQLite.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Register and log in with valid credentials.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Reject duplicate email and invalid amounts.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Add, edit, filter, and delete a transaction.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Check monthly totals and category reports.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Verify unauthenticated users are redirected.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Check that users cannot access each other's records.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Export CSV and inspect its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Days 1–2: requirements, ER diagram, database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Days 3–4: authentication and sessions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Days 5–6: transaction and category modules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Days 7–8: budgets and dashboard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Days 9–10: reports and CSV export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Days 11–12: testing, documentation,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Designed for a local academic demonstration.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No direct bank/UPI integration or SMS parsing.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Future: MySQL/PostgreSQL, recurring transactions, savings goals.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Future: PDF reports, receipt upload, password reset, deployment hardening.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Demonstrates a database-driven Python web application.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Uses Flask routes, password hashing, safe SQL queries, and relational tables.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Automates transaction management, monthly summaries, and budgets.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Modular design allows further analytics and deployment improvements.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F46E5"/>
                </a:solidFill>
              </a:defRPr>
            </a:pPr>
            <a:r>
              <a:t>Expense Tracker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Questions and answers</a:t>
            </a:r>
          </a:p>
          <a:p>
            <a:pPr>
              <a:spcAft>
                <a:spcPts val="1300"/>
              </a:spcAft>
              <a:defRPr sz="2100">
                <a:solidFill>
                  <a:srgbClr val="232D41"/>
                </a:solidFill>
              </a:defRPr>
            </a:pPr>
            <a:r>
              <a:t>• Demo: register → add income/expense → dashboard → budget → report → CSV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PennyPilot · MCA Major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